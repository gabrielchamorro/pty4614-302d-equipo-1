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loc" charset="1" panose="020C0803040004000204"/>
      <p:regular r:id="rId12"/>
    </p:embeddedFont>
    <p:embeddedFont>
      <p:font typeface="Bloc Heavy" charset="1" panose="02000504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10" t="-3120" r="-5900" b="-91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7124" y="2865274"/>
            <a:ext cx="15393753" cy="241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10000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TimeFlow Plataforma web de gestion operativa y monitoreo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943874" y="-797279"/>
            <a:ext cx="7561444" cy="2652104"/>
          </a:xfrm>
          <a:custGeom>
            <a:avLst/>
            <a:gdLst/>
            <a:ahLst/>
            <a:cxnLst/>
            <a:rect r="r" b="b" t="t" l="l"/>
            <a:pathLst>
              <a:path h="2652104" w="7561444">
                <a:moveTo>
                  <a:pt x="0" y="0"/>
                </a:moveTo>
                <a:lnTo>
                  <a:pt x="7561444" y="0"/>
                </a:lnTo>
                <a:lnTo>
                  <a:pt x="7561444" y="2652104"/>
                </a:lnTo>
                <a:lnTo>
                  <a:pt x="0" y="2652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70430" y="8432175"/>
            <a:ext cx="7561444" cy="2652104"/>
          </a:xfrm>
          <a:custGeom>
            <a:avLst/>
            <a:gdLst/>
            <a:ahLst/>
            <a:cxnLst/>
            <a:rect r="r" b="b" t="t" l="l"/>
            <a:pathLst>
              <a:path h="2652104" w="7561444">
                <a:moveTo>
                  <a:pt x="0" y="0"/>
                </a:moveTo>
                <a:lnTo>
                  <a:pt x="7561444" y="0"/>
                </a:lnTo>
                <a:lnTo>
                  <a:pt x="7561444" y="2652104"/>
                </a:lnTo>
                <a:lnTo>
                  <a:pt x="0" y="2652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31724" y="9781586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0" y="0"/>
                </a:moveTo>
                <a:lnTo>
                  <a:pt x="7315200" y="0"/>
                </a:lnTo>
                <a:lnTo>
                  <a:pt x="7315200" y="505414"/>
                </a:lnTo>
                <a:lnTo>
                  <a:pt x="0" y="505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104524" y="0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7315200" y="0"/>
                </a:moveTo>
                <a:lnTo>
                  <a:pt x="0" y="0"/>
                </a:lnTo>
                <a:lnTo>
                  <a:pt x="0" y="505414"/>
                </a:lnTo>
                <a:lnTo>
                  <a:pt x="7315200" y="50541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59856" y="5670557"/>
            <a:ext cx="5168288" cy="266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spc="19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Equipo: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 spc="19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Gabriel Chamorro.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 spc="19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Jorge Salas.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 spc="19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Diego Arias.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34782"/>
          </a:xfrm>
          <a:custGeom>
            <a:avLst/>
            <a:gdLst/>
            <a:ahLst/>
            <a:cxnLst/>
            <a:rect r="r" b="b" t="t" l="l"/>
            <a:pathLst>
              <a:path h="10434782" w="18288000">
                <a:moveTo>
                  <a:pt x="0" y="0"/>
                </a:moveTo>
                <a:lnTo>
                  <a:pt x="18288000" y="0"/>
                </a:lnTo>
                <a:lnTo>
                  <a:pt x="18288000" y="10434782"/>
                </a:lnTo>
                <a:lnTo>
                  <a:pt x="0" y="10434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97" t="-20649" r="-29488" b="-366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73378" y="943885"/>
            <a:ext cx="10741245" cy="300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5"/>
              </a:lnSpc>
            </a:pPr>
            <a:r>
              <a:rPr lang="en-US" sz="12450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Pla</a:t>
            </a:r>
            <a:r>
              <a:rPr lang="en-US" sz="12450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nteamiento del Problema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70430" y="8960948"/>
            <a:ext cx="7561444" cy="2652104"/>
          </a:xfrm>
          <a:custGeom>
            <a:avLst/>
            <a:gdLst/>
            <a:ahLst/>
            <a:cxnLst/>
            <a:rect r="r" b="b" t="t" l="l"/>
            <a:pathLst>
              <a:path h="2652104" w="7561444">
                <a:moveTo>
                  <a:pt x="0" y="0"/>
                </a:moveTo>
                <a:lnTo>
                  <a:pt x="7561444" y="0"/>
                </a:lnTo>
                <a:lnTo>
                  <a:pt x="7561444" y="2652104"/>
                </a:lnTo>
                <a:lnTo>
                  <a:pt x="0" y="2652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2915716" y="0"/>
            <a:ext cx="7315200" cy="505414"/>
          </a:xfrm>
          <a:custGeom>
            <a:avLst/>
            <a:gdLst/>
            <a:ahLst/>
            <a:cxnLst/>
            <a:rect r="r" b="b" t="t" l="l"/>
            <a:pathLst>
              <a:path h="505414" w="7315200">
                <a:moveTo>
                  <a:pt x="7315200" y="505414"/>
                </a:moveTo>
                <a:lnTo>
                  <a:pt x="0" y="505414"/>
                </a:lnTo>
                <a:lnTo>
                  <a:pt x="0" y="0"/>
                </a:lnTo>
                <a:lnTo>
                  <a:pt x="7315200" y="0"/>
                </a:lnTo>
                <a:lnTo>
                  <a:pt x="7315200" y="5054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9286" y="3986628"/>
            <a:ext cx="11229429" cy="616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791" indent="-301895" lvl="1">
              <a:lnSpc>
                <a:spcPts val="4111"/>
              </a:lnSpc>
              <a:buFont typeface="Arial"/>
              <a:buChar char="•"/>
            </a:pPr>
            <a:r>
              <a:rPr lang="en-US" sz="2796" spc="139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Información repartida en muchos lados</a:t>
            </a:r>
            <a:r>
              <a:rPr lang="en-US" sz="2796" spc="139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Uso de chats informales y planillas sueltas que provocan desorden y pérdida de datos al coordinar turnos y tareas.</a:t>
            </a:r>
          </a:p>
          <a:p>
            <a:pPr algn="l" marL="603791" indent="-301895" lvl="1">
              <a:lnSpc>
                <a:spcPts val="4111"/>
              </a:lnSpc>
              <a:buFont typeface="Arial"/>
              <a:buChar char="•"/>
            </a:pPr>
            <a:r>
              <a:rPr lang="en-US" sz="2796" spc="139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Dificultad par</a:t>
            </a:r>
            <a:r>
              <a:rPr lang="en-US" sz="2796" spc="139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a ver quién hizo qué</a:t>
            </a:r>
            <a:r>
              <a:rPr lang="en-US" sz="2796" spc="139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No queda un registro claro de los avances y existe el riesgo de que los datos o entregas se modifiquen después de terminar.</a:t>
            </a:r>
          </a:p>
          <a:p>
            <a:pPr algn="l" marL="603791" indent="-301895" lvl="1">
              <a:lnSpc>
                <a:spcPts val="4111"/>
              </a:lnSpc>
              <a:buFont typeface="Arial"/>
              <a:buChar char="•"/>
            </a:pPr>
            <a:r>
              <a:rPr lang="en-US" sz="2796" spc="139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Falta de una interfaz visual que se actualice en tiempo real</a:t>
            </a:r>
            <a:r>
              <a:rPr lang="en-US" sz="2796" spc="139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Cuesta ver el avance general del equipo y saber qué tareas están retrasadas o frenando el trabajo de los demás, y por lo general si se comunica esto se hace mediante chats y se tiene que preguntar en cada momento.</a:t>
            </a:r>
          </a:p>
          <a:p>
            <a:pPr algn="ctr">
              <a:lnSpc>
                <a:spcPts val="411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97" t="-20945" r="-29488" b="-3864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07599" y="3789394"/>
            <a:ext cx="4508599" cy="5246370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t="0" r="-3732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-226762" y="-3254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4399962" y="-3254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210112"/>
            <a:ext cx="16230600" cy="157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5"/>
              </a:lnSpc>
            </a:pPr>
            <a:r>
              <a:rPr lang="en-US" sz="12450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Objetivo 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94042" y="4212633"/>
            <a:ext cx="8430828" cy="38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822"/>
              </a:lnSpc>
              <a:buFont typeface="Arial"/>
              <a:buChar char="•"/>
            </a:pPr>
            <a:r>
              <a:rPr lang="en-US" sz="2600" spc="13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Crear una aplicación web centralizada que permita marcar el inicio y fin de la jornada de un trabajor al este hacer check in y check out, registrar avances en varias tareas a la vez de forma segura, y ver el estado de todo el equipo en un mapa visual dinámico, registrar las horas de trabajo y una bitacora para poder ver avanzes a detalle y posibles problemas e sus causas.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97" t="-20945" r="-29488" b="-386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5646" y="2434085"/>
            <a:ext cx="4027338" cy="4493543"/>
          </a:xfrm>
          <a:custGeom>
            <a:avLst/>
            <a:gdLst/>
            <a:ahLst/>
            <a:cxnLst/>
            <a:rect r="r" b="b" t="t" l="l"/>
            <a:pathLst>
              <a:path h="4493543" w="4027338">
                <a:moveTo>
                  <a:pt x="0" y="0"/>
                </a:moveTo>
                <a:lnTo>
                  <a:pt x="4027338" y="0"/>
                </a:lnTo>
                <a:lnTo>
                  <a:pt x="4027338" y="4493543"/>
                </a:lnTo>
                <a:lnTo>
                  <a:pt x="0" y="4493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45520" y="-2502244"/>
            <a:ext cx="4625924" cy="4625924"/>
          </a:xfrm>
          <a:custGeom>
            <a:avLst/>
            <a:gdLst/>
            <a:ahLst/>
            <a:cxnLst/>
            <a:rect r="r" b="b" t="t" l="l"/>
            <a:pathLst>
              <a:path h="4625924" w="4625924">
                <a:moveTo>
                  <a:pt x="0" y="0"/>
                </a:moveTo>
                <a:lnTo>
                  <a:pt x="4625924" y="0"/>
                </a:lnTo>
                <a:lnTo>
                  <a:pt x="4625924" y="4625924"/>
                </a:lnTo>
                <a:lnTo>
                  <a:pt x="0" y="4625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41446" y="8769459"/>
            <a:ext cx="2880923" cy="2880923"/>
          </a:xfrm>
          <a:custGeom>
            <a:avLst/>
            <a:gdLst/>
            <a:ahLst/>
            <a:cxnLst/>
            <a:rect r="r" b="b" t="t" l="l"/>
            <a:pathLst>
              <a:path h="2880923" w="2880923">
                <a:moveTo>
                  <a:pt x="0" y="0"/>
                </a:moveTo>
                <a:lnTo>
                  <a:pt x="2880923" y="0"/>
                </a:lnTo>
                <a:lnTo>
                  <a:pt x="2880923" y="2880923"/>
                </a:lnTo>
                <a:lnTo>
                  <a:pt x="0" y="2880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77057" y="-451705"/>
            <a:ext cx="6210943" cy="903410"/>
          </a:xfrm>
          <a:custGeom>
            <a:avLst/>
            <a:gdLst/>
            <a:ahLst/>
            <a:cxnLst/>
            <a:rect r="r" b="b" t="t" l="l"/>
            <a:pathLst>
              <a:path h="903410" w="6210943">
                <a:moveTo>
                  <a:pt x="0" y="0"/>
                </a:moveTo>
                <a:lnTo>
                  <a:pt x="6210943" y="0"/>
                </a:lnTo>
                <a:lnTo>
                  <a:pt x="6210943" y="903410"/>
                </a:lnTo>
                <a:lnTo>
                  <a:pt x="0" y="903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0" y="9812440"/>
            <a:ext cx="6723747" cy="978000"/>
          </a:xfrm>
          <a:custGeom>
            <a:avLst/>
            <a:gdLst/>
            <a:ahLst/>
            <a:cxnLst/>
            <a:rect r="r" b="b" t="t" l="l"/>
            <a:pathLst>
              <a:path h="978000" w="6723747">
                <a:moveTo>
                  <a:pt x="0" y="978000"/>
                </a:moveTo>
                <a:lnTo>
                  <a:pt x="6723747" y="978000"/>
                </a:lnTo>
                <a:lnTo>
                  <a:pt x="6723747" y="0"/>
                </a:lnTo>
                <a:lnTo>
                  <a:pt x="0" y="0"/>
                </a:lnTo>
                <a:lnTo>
                  <a:pt x="0" y="9780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66504" y="664089"/>
            <a:ext cx="13554993" cy="157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5"/>
              </a:lnSpc>
            </a:pPr>
            <a:r>
              <a:rPr lang="en-US" sz="12450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Objetivos Especificos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6303" y="3515489"/>
            <a:ext cx="3406024" cy="266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1800" spc="89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1. Cuentas claras y datos protegidos</a:t>
            </a:r>
            <a:r>
              <a:rPr lang="en-US" sz="1800" spc="89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Separar las funciones de administrador y trabajador, asegurando que las tareas aprobadas se bloqueen para que nadie las modifique y no se paseen a llevar datos sensibles.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10587" y="4875278"/>
            <a:ext cx="4027338" cy="4493543"/>
          </a:xfrm>
          <a:custGeom>
            <a:avLst/>
            <a:gdLst/>
            <a:ahLst/>
            <a:cxnLst/>
            <a:rect r="r" b="b" t="t" l="l"/>
            <a:pathLst>
              <a:path h="4493543" w="4027338">
                <a:moveTo>
                  <a:pt x="0" y="0"/>
                </a:moveTo>
                <a:lnTo>
                  <a:pt x="4027338" y="0"/>
                </a:lnTo>
                <a:lnTo>
                  <a:pt x="4027338" y="4493543"/>
                </a:lnTo>
                <a:lnTo>
                  <a:pt x="0" y="4493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42302" y="5702241"/>
            <a:ext cx="3361556" cy="296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 spc="100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2. Intefaz simple y nodos interactivos</a:t>
            </a:r>
            <a:r>
              <a:rPr lang="en-US" sz="2000" spc="10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Crear interfazes fáciles de usar para trabajar en varias tareas al mismo tiempo y un mapa visual donde se pueda hacer zoom y ver detalles con un clic.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33175" y="2434085"/>
            <a:ext cx="4027338" cy="4493543"/>
          </a:xfrm>
          <a:custGeom>
            <a:avLst/>
            <a:gdLst/>
            <a:ahLst/>
            <a:cxnLst/>
            <a:rect r="r" b="b" t="t" l="l"/>
            <a:pathLst>
              <a:path h="4493543" w="4027338">
                <a:moveTo>
                  <a:pt x="0" y="0"/>
                </a:moveTo>
                <a:lnTo>
                  <a:pt x="4027338" y="0"/>
                </a:lnTo>
                <a:lnTo>
                  <a:pt x="4027338" y="4493543"/>
                </a:lnTo>
                <a:lnTo>
                  <a:pt x="0" y="4493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43831" y="3664367"/>
            <a:ext cx="3406024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 spc="100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3. Mensajes y anuncios</a:t>
            </a:r>
            <a:r>
              <a:rPr lang="en-US" sz="2000" spc="10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Crear un chat para el equipo y un panel de avisos oficiales donde solo el rol de administrador pueda publicar.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255763" y="4875278"/>
            <a:ext cx="4027338" cy="4493543"/>
          </a:xfrm>
          <a:custGeom>
            <a:avLst/>
            <a:gdLst/>
            <a:ahLst/>
            <a:cxnLst/>
            <a:rect r="r" b="b" t="t" l="l"/>
            <a:pathLst>
              <a:path h="4493543" w="4027338">
                <a:moveTo>
                  <a:pt x="0" y="0"/>
                </a:moveTo>
                <a:lnTo>
                  <a:pt x="4027337" y="0"/>
                </a:lnTo>
                <a:lnTo>
                  <a:pt x="4027337" y="4493543"/>
                </a:lnTo>
                <a:lnTo>
                  <a:pt x="0" y="4493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66419" y="5886302"/>
            <a:ext cx="3406024" cy="259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 spc="100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4. Funcionamiento optimo</a:t>
            </a:r>
            <a:r>
              <a:rPr lang="en-US" sz="2000" spc="100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Revisar que el sistema responda rápido, soporte muchas tareas en pantalla y funcione sin errores ni caídas e tenga ninguna vulnerabilidad.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97" t="-20945" r="-29488" b="-386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33" y="106259"/>
            <a:ext cx="15348935" cy="10074482"/>
          </a:xfrm>
          <a:custGeom>
            <a:avLst/>
            <a:gdLst/>
            <a:ahLst/>
            <a:cxnLst/>
            <a:rect r="r" b="b" t="t" l="l"/>
            <a:pathLst>
              <a:path h="10074482" w="15348935">
                <a:moveTo>
                  <a:pt x="0" y="0"/>
                </a:moveTo>
                <a:lnTo>
                  <a:pt x="15348934" y="0"/>
                </a:lnTo>
                <a:lnTo>
                  <a:pt x="15348934" y="10074482"/>
                </a:lnTo>
                <a:lnTo>
                  <a:pt x="0" y="1007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29016" y="2650598"/>
            <a:ext cx="10829967" cy="157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5"/>
              </a:lnSpc>
            </a:pPr>
            <a:r>
              <a:rPr lang="en-US" sz="12450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Cierre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3264" y="4125106"/>
            <a:ext cx="11361472" cy="294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3"/>
              </a:lnSpc>
            </a:pPr>
            <a:r>
              <a:rPr lang="en-US" sz="3199" spc="159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Esta seria la idea general del projecto.</a:t>
            </a:r>
          </a:p>
          <a:p>
            <a:pPr algn="ctr">
              <a:lnSpc>
                <a:spcPts val="4703"/>
              </a:lnSpc>
            </a:pPr>
          </a:p>
          <a:p>
            <a:pPr algn="ctr">
              <a:lnSpc>
                <a:spcPts val="4703"/>
              </a:lnSpc>
            </a:pPr>
            <a:r>
              <a:rPr lang="en-US" sz="3199" spc="159">
                <a:solidFill>
                  <a:srgbClr val="FFFFFF"/>
                </a:solidFill>
                <a:latin typeface="Bloc Heavy"/>
                <a:ea typeface="Bloc Heavy"/>
                <a:cs typeface="Bloc Heavy"/>
                <a:sym typeface="Bloc Heavy"/>
              </a:rPr>
              <a:t>En resumen</a:t>
            </a:r>
            <a:r>
              <a:rPr lang="en-US" sz="3199" spc="159">
                <a:solidFill>
                  <a:srgbClr val="FFFFFF"/>
                </a:solidFill>
                <a:latin typeface="Bloc"/>
                <a:ea typeface="Bloc"/>
                <a:cs typeface="Bloc"/>
                <a:sym typeface="Bloc"/>
              </a:rPr>
              <a:t>: Mayor orden, información protegida y claridad sobre el trabajo de todo el equipo e mayor facilidad para llevar un registro y organizacion de trabajo.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10" t="-3120" r="-5900" b="-91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7124" y="4241595"/>
            <a:ext cx="15393753" cy="226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59"/>
              </a:lnSpc>
            </a:pPr>
            <a:r>
              <a:rPr lang="en-US" sz="17844">
                <a:solidFill>
                  <a:srgbClr val="6CE5E8"/>
                </a:solidFill>
                <a:latin typeface="Bloc"/>
                <a:ea typeface="Bloc"/>
                <a:cs typeface="Bloc"/>
                <a:sym typeface="Bloc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DAHUSB8q0vo</dc:identifier>
  <dcterms:modified xsi:type="dcterms:W3CDTF">2011-08-01T06:04:30Z</dcterms:modified>
  <cp:revision>1</cp:revision>
  <dc:title>Presentación Proyecto TimeFlow</dc:title>
</cp:coreProperties>
</file>